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Touvlo" charset="1" panose="020B0604030403020204"/>
      <p:regular r:id="rId18"/>
    </p:embeddedFont>
    <p:embeddedFont>
      <p:font typeface="Proxima Nova Condensed Bold" charset="1" panose="02000506030000020004"/>
      <p:regular r:id="rId19"/>
    </p:embeddedFont>
    <p:embeddedFont>
      <p:font typeface="Proxima Nova Condensed" charset="1" panose="0200050603000002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github.com/Chipopa1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4.jpe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5.jpe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jpe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jpe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../media/image2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31.jpe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32.jpe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jpe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jpeg" Type="http://schemas.openxmlformats.org/officeDocument/2006/relationships/image"/><Relationship Id="rId3" Target="../media/image39.jpeg" Type="http://schemas.openxmlformats.org/officeDocument/2006/relationships/image"/><Relationship Id="rId4" Target="../media/image40.jpe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63617" y="1304371"/>
            <a:ext cx="8143368" cy="8143368"/>
          </a:xfrm>
          <a:custGeom>
            <a:avLst/>
            <a:gdLst/>
            <a:ahLst/>
            <a:cxnLst/>
            <a:rect r="r" b="b" t="t" l="l"/>
            <a:pathLst>
              <a:path h="8143368" w="8143368">
                <a:moveTo>
                  <a:pt x="0" y="0"/>
                </a:moveTo>
                <a:lnTo>
                  <a:pt x="8143368" y="0"/>
                </a:lnTo>
                <a:lnTo>
                  <a:pt x="8143368" y="8143368"/>
                </a:lnTo>
                <a:lnTo>
                  <a:pt x="0" y="8143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52056" y="0"/>
            <a:ext cx="7720093" cy="2608741"/>
            <a:chOff x="0" y="0"/>
            <a:chExt cx="1907576" cy="644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07576" cy="644600"/>
            </a:xfrm>
            <a:custGeom>
              <a:avLst/>
              <a:gdLst/>
              <a:ahLst/>
              <a:cxnLst/>
              <a:rect r="r" b="b" t="t" l="l"/>
              <a:pathLst>
                <a:path h="644600" w="1907576">
                  <a:moveTo>
                    <a:pt x="1704376" y="0"/>
                  </a:moveTo>
                  <a:cubicBezTo>
                    <a:pt x="1816600" y="0"/>
                    <a:pt x="1907576" y="144299"/>
                    <a:pt x="1907576" y="322300"/>
                  </a:cubicBezTo>
                  <a:cubicBezTo>
                    <a:pt x="1907576" y="500301"/>
                    <a:pt x="1816600" y="644600"/>
                    <a:pt x="1704376" y="644600"/>
                  </a:cubicBezTo>
                  <a:lnTo>
                    <a:pt x="203200" y="644600"/>
                  </a:lnTo>
                  <a:cubicBezTo>
                    <a:pt x="90976" y="644600"/>
                    <a:pt x="0" y="500301"/>
                    <a:pt x="0" y="322300"/>
                  </a:cubicBezTo>
                  <a:cubicBezTo>
                    <a:pt x="0" y="144299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BC5D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1907576" cy="663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959932"/>
            <a:ext cx="4465841" cy="594089"/>
            <a:chOff x="0" y="0"/>
            <a:chExt cx="5954454" cy="79211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938431" y="265513"/>
              <a:ext cx="5016023" cy="2991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709"/>
                </a:lnSpc>
              </a:pPr>
              <a:r>
                <a:rPr lang="en-US" sz="1709" u="none">
                  <a:solidFill>
                    <a:srgbClr val="111111"/>
                  </a:solidFill>
                  <a:latin typeface="Touvlo"/>
                  <a:ea typeface="Touvlo"/>
                  <a:cs typeface="Touvlo"/>
                  <a:sym typeface="Touvlo"/>
                </a:rPr>
                <a:t>Finanças Pessoais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5624" cy="792118"/>
            </a:xfrm>
            <a:custGeom>
              <a:avLst/>
              <a:gdLst/>
              <a:ahLst/>
              <a:cxnLst/>
              <a:rect r="r" b="b" t="t" l="l"/>
              <a:pathLst>
                <a:path h="792118" w="695624">
                  <a:moveTo>
                    <a:pt x="0" y="0"/>
                  </a:moveTo>
                  <a:lnTo>
                    <a:pt x="695624" y="0"/>
                  </a:lnTo>
                  <a:lnTo>
                    <a:pt x="695624" y="792118"/>
                  </a:lnTo>
                  <a:lnTo>
                    <a:pt x="0" y="792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025486" y="1554020"/>
            <a:ext cx="983359" cy="776645"/>
          </a:xfrm>
          <a:custGeom>
            <a:avLst/>
            <a:gdLst/>
            <a:ahLst/>
            <a:cxnLst/>
            <a:rect r="r" b="b" t="t" l="l"/>
            <a:pathLst>
              <a:path h="776645" w="983359">
                <a:moveTo>
                  <a:pt x="0" y="0"/>
                </a:moveTo>
                <a:lnTo>
                  <a:pt x="983359" y="0"/>
                </a:lnTo>
                <a:lnTo>
                  <a:pt x="983359" y="776645"/>
                </a:lnTo>
                <a:lnTo>
                  <a:pt x="0" y="7766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919771" y="7527492"/>
            <a:ext cx="2463129" cy="2546389"/>
          </a:xfrm>
          <a:custGeom>
            <a:avLst/>
            <a:gdLst/>
            <a:ahLst/>
            <a:cxnLst/>
            <a:rect r="r" b="b" t="t" l="l"/>
            <a:pathLst>
              <a:path h="2546389" w="2463129">
                <a:moveTo>
                  <a:pt x="0" y="0"/>
                </a:moveTo>
                <a:lnTo>
                  <a:pt x="2463128" y="0"/>
                </a:lnTo>
                <a:lnTo>
                  <a:pt x="2463128" y="2546389"/>
                </a:lnTo>
                <a:lnTo>
                  <a:pt x="0" y="25463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850491" y="6850875"/>
            <a:ext cx="1700981" cy="1758479"/>
          </a:xfrm>
          <a:custGeom>
            <a:avLst/>
            <a:gdLst/>
            <a:ahLst/>
            <a:cxnLst/>
            <a:rect r="r" b="b" t="t" l="l"/>
            <a:pathLst>
              <a:path h="1758479" w="1700981">
                <a:moveTo>
                  <a:pt x="0" y="0"/>
                </a:moveTo>
                <a:lnTo>
                  <a:pt x="1700982" y="0"/>
                </a:lnTo>
                <a:lnTo>
                  <a:pt x="1700982" y="1758479"/>
                </a:lnTo>
                <a:lnTo>
                  <a:pt x="0" y="1758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2486730"/>
            <a:ext cx="8953942" cy="1530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523"/>
              </a:lnSpc>
            </a:pPr>
            <a:r>
              <a:rPr lang="en-US" b="true" sz="11523">
                <a:solidFill>
                  <a:srgbClr val="111111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STUDYCASH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65457" y="353688"/>
            <a:ext cx="5566265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11111"/>
                </a:solidFill>
                <a:latin typeface="Touvlo"/>
                <a:ea typeface="Touvlo"/>
                <a:cs typeface="Touvlo"/>
                <a:sym typeface="Touvlo"/>
              </a:rPr>
              <a:t>CONSTANTINO</a:t>
            </a:r>
            <a:r>
              <a:rPr lang="en-US" sz="2000" u="sng">
                <a:solidFill>
                  <a:srgbClr val="111111"/>
                </a:solidFill>
                <a:latin typeface="Touvlo"/>
                <a:ea typeface="Touvlo"/>
                <a:cs typeface="Touvlo"/>
                <a:sym typeface="Touvlo"/>
                <a:hlinkClick r:id="rId10" tooltip="https://www.github.com/Chipopa1"/>
              </a:rPr>
              <a:t> </a:t>
            </a:r>
            <a:r>
              <a:rPr lang="en-US" sz="2000">
                <a:solidFill>
                  <a:srgbClr val="111111"/>
                </a:solidFill>
                <a:latin typeface="Touvlo"/>
                <a:ea typeface="Touvlo"/>
                <a:cs typeface="Touvlo"/>
                <a:sym typeface="Touvlo"/>
              </a:rPr>
              <a:t>CHIPOPA</a:t>
            </a:r>
            <a:r>
              <a:rPr lang="en-US" sz="2000">
                <a:solidFill>
                  <a:srgbClr val="111111"/>
                </a:solidFill>
                <a:latin typeface="Touvlo"/>
                <a:ea typeface="Touvlo"/>
                <a:cs typeface="Touvlo"/>
                <a:sym typeface="Touvlo"/>
              </a:rPr>
              <a:t> - 20241231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11111"/>
                </a:solidFill>
                <a:latin typeface="Touvlo"/>
                <a:ea typeface="Touvlo"/>
                <a:cs typeface="Touvlo"/>
                <a:sym typeface="Touvlo"/>
              </a:rPr>
              <a:t>LUEJI COVILHÃ</a:t>
            </a:r>
            <a:r>
              <a:rPr lang="en-US" sz="2000">
                <a:solidFill>
                  <a:srgbClr val="111111"/>
                </a:solidFill>
                <a:latin typeface="Touvlo"/>
                <a:ea typeface="Touvlo"/>
                <a:cs typeface="Touvlo"/>
                <a:sym typeface="Touvlo"/>
              </a:rPr>
              <a:t> - 20241725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11111"/>
                </a:solidFill>
                <a:latin typeface="Touvlo"/>
                <a:ea typeface="Touvlo"/>
                <a:cs typeface="Touvlo"/>
                <a:sym typeface="Touvlo"/>
              </a:rPr>
              <a:t>MARLINDA  CONGO</a:t>
            </a:r>
            <a:r>
              <a:rPr lang="en-US" sz="2000">
                <a:solidFill>
                  <a:srgbClr val="111111"/>
                </a:solidFill>
                <a:latin typeface="Touvlo"/>
                <a:ea typeface="Touvlo"/>
                <a:cs typeface="Touvlo"/>
                <a:sym typeface="Touvlo"/>
              </a:rPr>
              <a:t> - 20241718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11111"/>
                </a:solidFill>
                <a:latin typeface="Touvlo"/>
                <a:ea typeface="Touvlo"/>
                <a:cs typeface="Touvlo"/>
                <a:sym typeface="Touvlo"/>
              </a:rPr>
              <a:t>SAMUEL FERREIRA - 20220755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25486" y="4040932"/>
            <a:ext cx="9624424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</a:pPr>
            <a:r>
              <a:rPr lang="en-US" sz="2999">
                <a:solidFill>
                  <a:srgbClr val="111111"/>
                </a:solidFill>
                <a:latin typeface="Touvlo"/>
                <a:ea typeface="Touvlo"/>
                <a:cs typeface="Touvlo"/>
                <a:sym typeface="Touvlo"/>
              </a:rPr>
              <a:t>Para os estudantes alcançarem a estabilidade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7D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89614" y="621508"/>
            <a:ext cx="9795257" cy="9119384"/>
            <a:chOff x="0" y="0"/>
            <a:chExt cx="6350000" cy="59118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68580" y="0"/>
              <a:ext cx="6417310" cy="5911850"/>
            </a:xfrm>
            <a:custGeom>
              <a:avLst/>
              <a:gdLst/>
              <a:ahLst/>
              <a:cxnLst/>
              <a:rect r="r" b="b" t="t" l="l"/>
              <a:pathLst>
                <a:path h="5911850" w="6417310">
                  <a:moveTo>
                    <a:pt x="1215390" y="402590"/>
                  </a:moveTo>
                  <a:lnTo>
                    <a:pt x="177800" y="2192020"/>
                  </a:lnTo>
                  <a:cubicBezTo>
                    <a:pt x="0" y="2498090"/>
                    <a:pt x="43180" y="2884170"/>
                    <a:pt x="283210" y="3144520"/>
                  </a:cubicBezTo>
                  <a:lnTo>
                    <a:pt x="2594610" y="5651500"/>
                  </a:lnTo>
                  <a:cubicBezTo>
                    <a:pt x="2747010" y="5817870"/>
                    <a:pt x="2962910" y="5911850"/>
                    <a:pt x="3187700" y="5911850"/>
                  </a:cubicBezTo>
                  <a:lnTo>
                    <a:pt x="5609590" y="5911850"/>
                  </a:lnTo>
                  <a:cubicBezTo>
                    <a:pt x="6055360" y="5911850"/>
                    <a:pt x="6417310" y="5549900"/>
                    <a:pt x="6417310" y="5104130"/>
                  </a:cubicBezTo>
                  <a:lnTo>
                    <a:pt x="6417310" y="1891030"/>
                  </a:lnTo>
                  <a:cubicBezTo>
                    <a:pt x="6417310" y="1724660"/>
                    <a:pt x="6366510" y="1562100"/>
                    <a:pt x="6269990" y="1426210"/>
                  </a:cubicBezTo>
                  <a:lnTo>
                    <a:pt x="5507990" y="342900"/>
                  </a:lnTo>
                  <a:cubicBezTo>
                    <a:pt x="5356860" y="128270"/>
                    <a:pt x="5110480" y="0"/>
                    <a:pt x="4847590" y="0"/>
                  </a:cubicBezTo>
                  <a:lnTo>
                    <a:pt x="1913890" y="0"/>
                  </a:lnTo>
                  <a:cubicBezTo>
                    <a:pt x="1625600" y="0"/>
                    <a:pt x="1358900" y="153670"/>
                    <a:pt x="1215390" y="402590"/>
                  </a:cubicBezTo>
                  <a:close/>
                </a:path>
              </a:pathLst>
            </a:custGeom>
            <a:blipFill>
              <a:blip r:embed="rId2"/>
              <a:stretch>
                <a:fillRect l="-53479" t="-4910" r="-20" b="-491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12589313" y="-3360813"/>
            <a:ext cx="2211047" cy="10175689"/>
            <a:chOff x="0" y="0"/>
            <a:chExt cx="647480" cy="29798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7480" cy="2979834"/>
            </a:xfrm>
            <a:custGeom>
              <a:avLst/>
              <a:gdLst/>
              <a:ahLst/>
              <a:cxnLst/>
              <a:rect r="r" b="b" t="t" l="l"/>
              <a:pathLst>
                <a:path h="2979834" w="647480">
                  <a:moveTo>
                    <a:pt x="215943" y="19070"/>
                  </a:moveTo>
                  <a:cubicBezTo>
                    <a:pt x="249031" y="7556"/>
                    <a:pt x="286876" y="0"/>
                    <a:pt x="323914" y="0"/>
                  </a:cubicBezTo>
                  <a:cubicBezTo>
                    <a:pt x="360954" y="0"/>
                    <a:pt x="396595" y="6476"/>
                    <a:pt x="429440" y="17990"/>
                  </a:cubicBezTo>
                  <a:cubicBezTo>
                    <a:pt x="430139" y="18350"/>
                    <a:pt x="430838" y="18350"/>
                    <a:pt x="431536" y="18710"/>
                  </a:cubicBezTo>
                  <a:cubicBezTo>
                    <a:pt x="554883" y="64765"/>
                    <a:pt x="645733" y="186379"/>
                    <a:pt x="647480" y="376638"/>
                  </a:cubicBezTo>
                  <a:lnTo>
                    <a:pt x="647480" y="2979834"/>
                  </a:lnTo>
                  <a:lnTo>
                    <a:pt x="0" y="2979834"/>
                  </a:lnTo>
                  <a:lnTo>
                    <a:pt x="0" y="378570"/>
                  </a:lnTo>
                  <a:cubicBezTo>
                    <a:pt x="1747" y="185660"/>
                    <a:pt x="91199" y="64045"/>
                    <a:pt x="215943" y="19070"/>
                  </a:cubicBezTo>
                  <a:close/>
                </a:path>
              </a:pathLst>
            </a:custGeom>
            <a:solidFill>
              <a:srgbClr val="6BC5D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107950"/>
              <a:ext cx="647480" cy="2871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5400000">
            <a:off x="4602505" y="-630714"/>
            <a:ext cx="4216268" cy="4216268"/>
          </a:xfrm>
          <a:custGeom>
            <a:avLst/>
            <a:gdLst/>
            <a:ahLst/>
            <a:cxnLst/>
            <a:rect r="r" b="b" t="t" l="l"/>
            <a:pathLst>
              <a:path h="4216268" w="4216268">
                <a:moveTo>
                  <a:pt x="4216268" y="0"/>
                </a:moveTo>
                <a:lnTo>
                  <a:pt x="0" y="0"/>
                </a:lnTo>
                <a:lnTo>
                  <a:pt x="0" y="4216268"/>
                </a:lnTo>
                <a:lnTo>
                  <a:pt x="4216268" y="4216268"/>
                </a:lnTo>
                <a:lnTo>
                  <a:pt x="421626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45681" y="5820268"/>
            <a:ext cx="5761987" cy="5761987"/>
          </a:xfrm>
          <a:custGeom>
            <a:avLst/>
            <a:gdLst/>
            <a:ahLst/>
            <a:cxnLst/>
            <a:rect r="r" b="b" t="t" l="l"/>
            <a:pathLst>
              <a:path h="5761987" w="5761987">
                <a:moveTo>
                  <a:pt x="0" y="0"/>
                </a:moveTo>
                <a:lnTo>
                  <a:pt x="5761987" y="0"/>
                </a:lnTo>
                <a:lnTo>
                  <a:pt x="5761987" y="5761987"/>
                </a:lnTo>
                <a:lnTo>
                  <a:pt x="0" y="57619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610507" y="1286708"/>
            <a:ext cx="8168659" cy="102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1"/>
              </a:lnSpc>
              <a:spcBef>
                <a:spcPct val="0"/>
              </a:spcBef>
            </a:pPr>
            <a:r>
              <a:rPr lang="en-US" b="true" sz="7671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ÍNDICE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3110755"/>
            <a:ext cx="8115300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4099" b="true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INTRODUÇÃO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3873390"/>
            <a:ext cx="8115300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4099" b="true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MOTIVAÇÃO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8410470"/>
            <a:ext cx="8115300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4099" b="true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CONCLUSÃO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4636026"/>
            <a:ext cx="8115300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4099" b="true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OBJETIVOS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0" y="5398662"/>
            <a:ext cx="8115300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4099" b="true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PÚBLICO ALVO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6161298"/>
            <a:ext cx="8115300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4099" b="true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APLICAÇÕES EXISTENTES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6923934"/>
            <a:ext cx="8115300" cy="141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4099" b="true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REQUISITOS FUNCIONAIS E NÃO FUNCIONAIS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0" y="9173106"/>
            <a:ext cx="8115300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4099" b="true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MOCKUPS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7D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4602505" y="-630714"/>
            <a:ext cx="4216268" cy="4216268"/>
          </a:xfrm>
          <a:custGeom>
            <a:avLst/>
            <a:gdLst/>
            <a:ahLst/>
            <a:cxnLst/>
            <a:rect r="r" b="b" t="t" l="l"/>
            <a:pathLst>
              <a:path h="4216268" w="4216268">
                <a:moveTo>
                  <a:pt x="4216268" y="0"/>
                </a:moveTo>
                <a:lnTo>
                  <a:pt x="0" y="0"/>
                </a:lnTo>
                <a:lnTo>
                  <a:pt x="0" y="4216268"/>
                </a:lnTo>
                <a:lnTo>
                  <a:pt x="4216268" y="4216268"/>
                </a:lnTo>
                <a:lnTo>
                  <a:pt x="421626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089614" y="621508"/>
            <a:ext cx="9795257" cy="9119384"/>
            <a:chOff x="0" y="0"/>
            <a:chExt cx="6350000" cy="59118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68580" y="0"/>
              <a:ext cx="6417310" cy="5911850"/>
            </a:xfrm>
            <a:custGeom>
              <a:avLst/>
              <a:gdLst/>
              <a:ahLst/>
              <a:cxnLst/>
              <a:rect r="r" b="b" t="t" l="l"/>
              <a:pathLst>
                <a:path h="5911850" w="6417310">
                  <a:moveTo>
                    <a:pt x="1215390" y="402590"/>
                  </a:moveTo>
                  <a:lnTo>
                    <a:pt x="177800" y="2192020"/>
                  </a:lnTo>
                  <a:cubicBezTo>
                    <a:pt x="0" y="2498090"/>
                    <a:pt x="43180" y="2884170"/>
                    <a:pt x="283210" y="3144520"/>
                  </a:cubicBezTo>
                  <a:lnTo>
                    <a:pt x="2594610" y="5651500"/>
                  </a:lnTo>
                  <a:cubicBezTo>
                    <a:pt x="2747010" y="5817870"/>
                    <a:pt x="2962910" y="5911850"/>
                    <a:pt x="3187700" y="5911850"/>
                  </a:cubicBezTo>
                  <a:lnTo>
                    <a:pt x="5609590" y="5911850"/>
                  </a:lnTo>
                  <a:cubicBezTo>
                    <a:pt x="6055360" y="5911850"/>
                    <a:pt x="6417310" y="5549900"/>
                    <a:pt x="6417310" y="5104130"/>
                  </a:cubicBezTo>
                  <a:lnTo>
                    <a:pt x="6417310" y="1891030"/>
                  </a:lnTo>
                  <a:cubicBezTo>
                    <a:pt x="6417310" y="1724660"/>
                    <a:pt x="6366510" y="1562100"/>
                    <a:pt x="6269990" y="1426210"/>
                  </a:cubicBezTo>
                  <a:lnTo>
                    <a:pt x="5507990" y="342900"/>
                  </a:lnTo>
                  <a:cubicBezTo>
                    <a:pt x="5356860" y="128270"/>
                    <a:pt x="5110480" y="0"/>
                    <a:pt x="4847590" y="0"/>
                  </a:cubicBezTo>
                  <a:lnTo>
                    <a:pt x="1913890" y="0"/>
                  </a:lnTo>
                  <a:cubicBezTo>
                    <a:pt x="1625600" y="0"/>
                    <a:pt x="1358900" y="153670"/>
                    <a:pt x="1215390" y="402590"/>
                  </a:cubicBezTo>
                  <a:close/>
                </a:path>
              </a:pathLst>
            </a:custGeom>
            <a:blipFill>
              <a:blip r:embed="rId4"/>
              <a:stretch>
                <a:fillRect l="0" t="-3692" r="0" b="-369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5400000">
            <a:off x="10340526" y="732424"/>
            <a:ext cx="6539906" cy="10175689"/>
            <a:chOff x="0" y="0"/>
            <a:chExt cx="1915136" cy="29798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15136" cy="2979834"/>
            </a:xfrm>
            <a:custGeom>
              <a:avLst/>
              <a:gdLst/>
              <a:ahLst/>
              <a:cxnLst/>
              <a:rect r="r" b="b" t="t" l="l"/>
              <a:pathLst>
                <a:path h="2979834" w="1915136">
                  <a:moveTo>
                    <a:pt x="638724" y="19070"/>
                  </a:moveTo>
                  <a:cubicBezTo>
                    <a:pt x="736591" y="7556"/>
                    <a:pt x="848531" y="0"/>
                    <a:pt x="958084" y="0"/>
                  </a:cubicBezTo>
                  <a:cubicBezTo>
                    <a:pt x="1067641" y="0"/>
                    <a:pt x="1173062" y="6476"/>
                    <a:pt x="1270211" y="17990"/>
                  </a:cubicBezTo>
                  <a:cubicBezTo>
                    <a:pt x="1272280" y="18350"/>
                    <a:pt x="1274347" y="18350"/>
                    <a:pt x="1276413" y="18710"/>
                  </a:cubicBezTo>
                  <a:cubicBezTo>
                    <a:pt x="1641250" y="64765"/>
                    <a:pt x="1909969" y="186379"/>
                    <a:pt x="1915136" y="376638"/>
                  </a:cubicBezTo>
                  <a:lnTo>
                    <a:pt x="1915136" y="2979834"/>
                  </a:lnTo>
                  <a:lnTo>
                    <a:pt x="0" y="2979834"/>
                  </a:lnTo>
                  <a:lnTo>
                    <a:pt x="0" y="378570"/>
                  </a:lnTo>
                  <a:cubicBezTo>
                    <a:pt x="5168" y="185660"/>
                    <a:pt x="269752" y="64045"/>
                    <a:pt x="638724" y="19070"/>
                  </a:cubicBezTo>
                  <a:close/>
                </a:path>
              </a:pathLst>
            </a:custGeom>
            <a:solidFill>
              <a:srgbClr val="6BC5D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07950"/>
              <a:ext cx="1915136" cy="2871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645681" y="5820268"/>
            <a:ext cx="5761987" cy="5761987"/>
          </a:xfrm>
          <a:custGeom>
            <a:avLst/>
            <a:gdLst/>
            <a:ahLst/>
            <a:cxnLst/>
            <a:rect r="r" b="b" t="t" l="l"/>
            <a:pathLst>
              <a:path h="5761987" w="5761987">
                <a:moveTo>
                  <a:pt x="0" y="0"/>
                </a:moveTo>
                <a:lnTo>
                  <a:pt x="5761987" y="0"/>
                </a:lnTo>
                <a:lnTo>
                  <a:pt x="5761987" y="5761987"/>
                </a:lnTo>
                <a:lnTo>
                  <a:pt x="0" y="57619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119341" y="5081611"/>
            <a:ext cx="8168659" cy="102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1"/>
              </a:lnSpc>
              <a:spcBef>
                <a:spcPct val="0"/>
              </a:spcBef>
            </a:pPr>
            <a:r>
              <a:rPr lang="en-US" b="true" sz="7671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7D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4602505" y="-630714"/>
            <a:ext cx="4216268" cy="4216268"/>
          </a:xfrm>
          <a:custGeom>
            <a:avLst/>
            <a:gdLst/>
            <a:ahLst/>
            <a:cxnLst/>
            <a:rect r="r" b="b" t="t" l="l"/>
            <a:pathLst>
              <a:path h="4216268" w="4216268">
                <a:moveTo>
                  <a:pt x="4216268" y="0"/>
                </a:moveTo>
                <a:lnTo>
                  <a:pt x="0" y="0"/>
                </a:lnTo>
                <a:lnTo>
                  <a:pt x="0" y="4216268"/>
                </a:lnTo>
                <a:lnTo>
                  <a:pt x="4216268" y="4216268"/>
                </a:lnTo>
                <a:lnTo>
                  <a:pt x="421626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089614" y="621508"/>
            <a:ext cx="9795257" cy="9119384"/>
            <a:chOff x="0" y="0"/>
            <a:chExt cx="6350000" cy="59118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68580" y="0"/>
              <a:ext cx="6417310" cy="5911850"/>
            </a:xfrm>
            <a:custGeom>
              <a:avLst/>
              <a:gdLst/>
              <a:ahLst/>
              <a:cxnLst/>
              <a:rect r="r" b="b" t="t" l="l"/>
              <a:pathLst>
                <a:path h="5911850" w="6417310">
                  <a:moveTo>
                    <a:pt x="1215390" y="402590"/>
                  </a:moveTo>
                  <a:lnTo>
                    <a:pt x="177800" y="2192020"/>
                  </a:lnTo>
                  <a:cubicBezTo>
                    <a:pt x="0" y="2498090"/>
                    <a:pt x="43180" y="2884170"/>
                    <a:pt x="283210" y="3144520"/>
                  </a:cubicBezTo>
                  <a:lnTo>
                    <a:pt x="2594610" y="5651500"/>
                  </a:lnTo>
                  <a:cubicBezTo>
                    <a:pt x="2747010" y="5817870"/>
                    <a:pt x="2962910" y="5911850"/>
                    <a:pt x="3187700" y="5911850"/>
                  </a:cubicBezTo>
                  <a:lnTo>
                    <a:pt x="5609590" y="5911850"/>
                  </a:lnTo>
                  <a:cubicBezTo>
                    <a:pt x="6055360" y="5911850"/>
                    <a:pt x="6417310" y="5549900"/>
                    <a:pt x="6417310" y="5104130"/>
                  </a:cubicBezTo>
                  <a:lnTo>
                    <a:pt x="6417310" y="1891030"/>
                  </a:lnTo>
                  <a:cubicBezTo>
                    <a:pt x="6417310" y="1724660"/>
                    <a:pt x="6366510" y="1562100"/>
                    <a:pt x="6269990" y="1426210"/>
                  </a:cubicBezTo>
                  <a:lnTo>
                    <a:pt x="5507990" y="342900"/>
                  </a:lnTo>
                  <a:cubicBezTo>
                    <a:pt x="5356860" y="128270"/>
                    <a:pt x="5110480" y="0"/>
                    <a:pt x="4847590" y="0"/>
                  </a:cubicBezTo>
                  <a:lnTo>
                    <a:pt x="1913890" y="0"/>
                  </a:lnTo>
                  <a:cubicBezTo>
                    <a:pt x="1625600" y="0"/>
                    <a:pt x="1358900" y="153670"/>
                    <a:pt x="1215390" y="402590"/>
                  </a:cubicBezTo>
                  <a:close/>
                </a:path>
              </a:pathLst>
            </a:custGeom>
            <a:blipFill>
              <a:blip r:embed="rId4"/>
              <a:stretch>
                <a:fillRect l="0" t="-3692" r="0" b="-369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5400000">
            <a:off x="10340526" y="732424"/>
            <a:ext cx="6539906" cy="10175689"/>
            <a:chOff x="0" y="0"/>
            <a:chExt cx="1915136" cy="29798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15136" cy="2979834"/>
            </a:xfrm>
            <a:custGeom>
              <a:avLst/>
              <a:gdLst/>
              <a:ahLst/>
              <a:cxnLst/>
              <a:rect r="r" b="b" t="t" l="l"/>
              <a:pathLst>
                <a:path h="2979834" w="1915136">
                  <a:moveTo>
                    <a:pt x="638724" y="19070"/>
                  </a:moveTo>
                  <a:cubicBezTo>
                    <a:pt x="736591" y="7556"/>
                    <a:pt x="848531" y="0"/>
                    <a:pt x="958084" y="0"/>
                  </a:cubicBezTo>
                  <a:cubicBezTo>
                    <a:pt x="1067641" y="0"/>
                    <a:pt x="1173062" y="6476"/>
                    <a:pt x="1270211" y="17990"/>
                  </a:cubicBezTo>
                  <a:cubicBezTo>
                    <a:pt x="1272280" y="18350"/>
                    <a:pt x="1274347" y="18350"/>
                    <a:pt x="1276413" y="18710"/>
                  </a:cubicBezTo>
                  <a:cubicBezTo>
                    <a:pt x="1641250" y="64765"/>
                    <a:pt x="1909969" y="186379"/>
                    <a:pt x="1915136" y="376638"/>
                  </a:cubicBezTo>
                  <a:lnTo>
                    <a:pt x="1915136" y="2979834"/>
                  </a:lnTo>
                  <a:lnTo>
                    <a:pt x="0" y="2979834"/>
                  </a:lnTo>
                  <a:lnTo>
                    <a:pt x="0" y="378570"/>
                  </a:lnTo>
                  <a:cubicBezTo>
                    <a:pt x="5168" y="185660"/>
                    <a:pt x="269752" y="64045"/>
                    <a:pt x="638724" y="19070"/>
                  </a:cubicBezTo>
                  <a:close/>
                </a:path>
              </a:pathLst>
            </a:custGeom>
            <a:solidFill>
              <a:srgbClr val="6BC5D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07950"/>
              <a:ext cx="1915136" cy="2871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645681" y="5820268"/>
            <a:ext cx="5761987" cy="5761987"/>
          </a:xfrm>
          <a:custGeom>
            <a:avLst/>
            <a:gdLst/>
            <a:ahLst/>
            <a:cxnLst/>
            <a:rect r="r" b="b" t="t" l="l"/>
            <a:pathLst>
              <a:path h="5761987" w="5761987">
                <a:moveTo>
                  <a:pt x="0" y="0"/>
                </a:moveTo>
                <a:lnTo>
                  <a:pt x="5761987" y="0"/>
                </a:lnTo>
                <a:lnTo>
                  <a:pt x="5761987" y="5761987"/>
                </a:lnTo>
                <a:lnTo>
                  <a:pt x="0" y="57619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119341" y="5081611"/>
            <a:ext cx="8168659" cy="102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1"/>
              </a:lnSpc>
              <a:spcBef>
                <a:spcPct val="0"/>
              </a:spcBef>
            </a:pPr>
            <a:r>
              <a:rPr lang="en-US" b="true" sz="7671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MOTIVAÇÃO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7D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4602505" y="-630714"/>
            <a:ext cx="4216268" cy="4216268"/>
          </a:xfrm>
          <a:custGeom>
            <a:avLst/>
            <a:gdLst/>
            <a:ahLst/>
            <a:cxnLst/>
            <a:rect r="r" b="b" t="t" l="l"/>
            <a:pathLst>
              <a:path h="4216268" w="4216268">
                <a:moveTo>
                  <a:pt x="4216268" y="0"/>
                </a:moveTo>
                <a:lnTo>
                  <a:pt x="0" y="0"/>
                </a:lnTo>
                <a:lnTo>
                  <a:pt x="0" y="4216268"/>
                </a:lnTo>
                <a:lnTo>
                  <a:pt x="4216268" y="4216268"/>
                </a:lnTo>
                <a:lnTo>
                  <a:pt x="421626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089614" y="621508"/>
            <a:ext cx="9795257" cy="9119384"/>
            <a:chOff x="0" y="0"/>
            <a:chExt cx="6350000" cy="5911850"/>
          </a:xfrm>
        </p:grpSpPr>
        <p:sp>
          <p:nvSpPr>
            <p:cNvPr name="Freeform 4" id="4"/>
            <p:cNvSpPr/>
            <p:nvPr/>
          </p:nvSpPr>
          <p:spPr>
            <a:xfrm flipH="false" flipV="false" rot="-29999">
              <a:off x="-64461" y="-14003"/>
              <a:ext cx="6423815" cy="5950281"/>
            </a:xfrm>
            <a:custGeom>
              <a:avLst/>
              <a:gdLst/>
              <a:ahLst/>
              <a:cxnLst/>
              <a:rect r="r" b="b" t="t" l="l"/>
              <a:pathLst>
                <a:path h="5950281" w="6423815">
                  <a:moveTo>
                    <a:pt x="1233630" y="398995"/>
                  </a:moveTo>
                  <a:lnTo>
                    <a:pt x="180464" y="2179303"/>
                  </a:lnTo>
                  <a:cubicBezTo>
                    <a:pt x="0" y="2483810"/>
                    <a:pt x="39809" y="2870252"/>
                    <a:pt x="277558" y="3132686"/>
                  </a:cubicBezTo>
                  <a:lnTo>
                    <a:pt x="2566993" y="5659741"/>
                  </a:lnTo>
                  <a:cubicBezTo>
                    <a:pt x="2717935" y="5827435"/>
                    <a:pt x="2933007" y="5923295"/>
                    <a:pt x="3157788" y="5925257"/>
                  </a:cubicBezTo>
                  <a:lnTo>
                    <a:pt x="5579586" y="5946392"/>
                  </a:lnTo>
                  <a:cubicBezTo>
                    <a:pt x="6025339" y="5950282"/>
                    <a:pt x="6390434" y="5591504"/>
                    <a:pt x="6394324" y="5145751"/>
                  </a:cubicBezTo>
                  <a:lnTo>
                    <a:pt x="6422363" y="1932774"/>
                  </a:lnTo>
                  <a:cubicBezTo>
                    <a:pt x="6423815" y="1766410"/>
                    <a:pt x="6374435" y="1603413"/>
                    <a:pt x="6279105" y="1466686"/>
                  </a:cubicBezTo>
                  <a:lnTo>
                    <a:pt x="5526587" y="376767"/>
                  </a:lnTo>
                  <a:cubicBezTo>
                    <a:pt x="5377336" y="160827"/>
                    <a:pt x="5132085" y="30411"/>
                    <a:pt x="4869205" y="28117"/>
                  </a:cubicBezTo>
                  <a:lnTo>
                    <a:pt x="1935617" y="2516"/>
                  </a:lnTo>
                  <a:cubicBezTo>
                    <a:pt x="1647338" y="0"/>
                    <a:pt x="1379307" y="151337"/>
                    <a:pt x="1233630" y="398995"/>
                  </a:cubicBezTo>
                  <a:close/>
                </a:path>
              </a:pathLst>
            </a:custGeom>
            <a:blipFill>
              <a:blip r:embed="rId4"/>
              <a:stretch>
                <a:fillRect l="-59527" t="-3541" r="-18306" b="-506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5400000">
            <a:off x="12589313" y="-3360813"/>
            <a:ext cx="2211047" cy="10175689"/>
            <a:chOff x="0" y="0"/>
            <a:chExt cx="647480" cy="29798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7480" cy="2979834"/>
            </a:xfrm>
            <a:custGeom>
              <a:avLst/>
              <a:gdLst/>
              <a:ahLst/>
              <a:cxnLst/>
              <a:rect r="r" b="b" t="t" l="l"/>
              <a:pathLst>
                <a:path h="2979834" w="647480">
                  <a:moveTo>
                    <a:pt x="215943" y="19070"/>
                  </a:moveTo>
                  <a:cubicBezTo>
                    <a:pt x="249031" y="7556"/>
                    <a:pt x="286876" y="0"/>
                    <a:pt x="323914" y="0"/>
                  </a:cubicBezTo>
                  <a:cubicBezTo>
                    <a:pt x="360954" y="0"/>
                    <a:pt x="396595" y="6476"/>
                    <a:pt x="429440" y="17990"/>
                  </a:cubicBezTo>
                  <a:cubicBezTo>
                    <a:pt x="430139" y="18350"/>
                    <a:pt x="430838" y="18350"/>
                    <a:pt x="431536" y="18710"/>
                  </a:cubicBezTo>
                  <a:cubicBezTo>
                    <a:pt x="554883" y="64765"/>
                    <a:pt x="645733" y="186379"/>
                    <a:pt x="647480" y="376638"/>
                  </a:cubicBezTo>
                  <a:lnTo>
                    <a:pt x="647480" y="2979834"/>
                  </a:lnTo>
                  <a:lnTo>
                    <a:pt x="0" y="2979834"/>
                  </a:lnTo>
                  <a:lnTo>
                    <a:pt x="0" y="378570"/>
                  </a:lnTo>
                  <a:cubicBezTo>
                    <a:pt x="1747" y="185660"/>
                    <a:pt x="91199" y="64045"/>
                    <a:pt x="215943" y="19070"/>
                  </a:cubicBezTo>
                  <a:close/>
                </a:path>
              </a:pathLst>
            </a:custGeom>
            <a:solidFill>
              <a:srgbClr val="6BC5D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07950"/>
              <a:ext cx="647480" cy="2871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645681" y="5820268"/>
            <a:ext cx="5761987" cy="5761987"/>
          </a:xfrm>
          <a:custGeom>
            <a:avLst/>
            <a:gdLst/>
            <a:ahLst/>
            <a:cxnLst/>
            <a:rect r="r" b="b" t="t" l="l"/>
            <a:pathLst>
              <a:path h="5761987" w="5761987">
                <a:moveTo>
                  <a:pt x="0" y="0"/>
                </a:moveTo>
                <a:lnTo>
                  <a:pt x="5761987" y="0"/>
                </a:lnTo>
                <a:lnTo>
                  <a:pt x="5761987" y="5761987"/>
                </a:lnTo>
                <a:lnTo>
                  <a:pt x="0" y="57619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526149" y="1286708"/>
            <a:ext cx="8168659" cy="102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1"/>
              </a:lnSpc>
              <a:spcBef>
                <a:spcPct val="0"/>
              </a:spcBef>
            </a:pPr>
            <a:r>
              <a:rPr lang="en-US" b="true" sz="7671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OBJETIVOS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54520" y="3036577"/>
            <a:ext cx="8115300" cy="7250423"/>
            <a:chOff x="0" y="0"/>
            <a:chExt cx="10820400" cy="9667231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66675"/>
              <a:ext cx="10820400" cy="773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FFFFFF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GERAL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939924"/>
              <a:ext cx="10820400" cy="10991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87"/>
                </a:lnSpc>
              </a:pPr>
              <a:r>
                <a:rPr lang="en-US" sz="2419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Des</a:t>
              </a:r>
              <a:r>
                <a:rPr lang="en-US" sz="2419" u="non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envolver um aplicativo móvel pa</a:t>
              </a:r>
              <a:r>
                <a:rPr lang="en-US" sz="2419" u="non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ra</a:t>
              </a:r>
              <a:r>
                <a:rPr lang="en-US" sz="2419" u="non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 g</a:t>
              </a:r>
              <a:r>
                <a:rPr lang="en-US" sz="2419" u="non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e</a:t>
              </a:r>
              <a:r>
                <a:rPr lang="en-US" sz="2419" u="non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s</a:t>
              </a:r>
              <a:r>
                <a:rPr lang="en-US" sz="2419" u="non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t</a:t>
              </a:r>
              <a:r>
                <a:rPr lang="en-US" sz="2419" u="non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ã</a:t>
              </a:r>
              <a:r>
                <a:rPr lang="en-US" sz="2419" u="non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o </a:t>
              </a:r>
              <a:r>
                <a:rPr lang="en-US" sz="2419" u="non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d</a:t>
              </a:r>
              <a:r>
                <a:rPr lang="en-US" sz="2419" u="non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e</a:t>
              </a:r>
              <a:r>
                <a:rPr lang="en-US" sz="2419" u="non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 </a:t>
              </a:r>
              <a:r>
                <a:rPr lang="en-US" sz="2419" u="non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fi</a:t>
              </a:r>
              <a:r>
                <a:rPr lang="en-US" sz="2419" u="non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nanç</a:t>
              </a:r>
              <a:r>
                <a:rPr lang="en-US" sz="2419" u="non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a</a:t>
              </a:r>
              <a:r>
                <a:rPr lang="en-US" sz="2419" u="non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s pessoais direcionado a estudantes.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989489"/>
              <a:ext cx="10820400" cy="773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FFFFFF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ESPECÍFICOS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3996088"/>
              <a:ext cx="10820400" cy="56711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87"/>
                </a:lnSpc>
              </a:pPr>
              <a:r>
                <a:rPr lang="en-US" sz="2419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Gerenciar receitas, desp</a:t>
              </a:r>
              <a:r>
                <a:rPr lang="en-US" sz="2419" u="non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esas e poupanças de forma simples e organizada;</a:t>
              </a:r>
            </a:p>
            <a:p>
              <a:pPr algn="l" marL="0" indent="0" lvl="0">
                <a:lnSpc>
                  <a:spcPts val="3387"/>
                </a:lnSpc>
              </a:pPr>
            </a:p>
            <a:p>
              <a:pPr algn="l" marL="0" indent="0" lvl="0">
                <a:lnSpc>
                  <a:spcPts val="3387"/>
                </a:lnSpc>
              </a:pPr>
              <a:r>
                <a:rPr lang="en-US" sz="2419" u="non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Facilitar a criação e acompanhamento de orçamentos mensais.</a:t>
              </a:r>
            </a:p>
            <a:p>
              <a:pPr algn="l" marL="0" indent="0" lvl="0">
                <a:lnSpc>
                  <a:spcPts val="3387"/>
                </a:lnSpc>
              </a:pPr>
            </a:p>
            <a:p>
              <a:pPr algn="l" marL="0" indent="0" lvl="0">
                <a:lnSpc>
                  <a:spcPts val="3387"/>
                </a:lnSpc>
              </a:pPr>
              <a:r>
                <a:rPr lang="en-US" sz="2419" u="non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Visualizar </a:t>
              </a:r>
              <a:r>
                <a:rPr lang="en-US" sz="2419" u="non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g</a:t>
              </a:r>
              <a:r>
                <a:rPr lang="en-US" sz="2419" u="non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ráficos q</a:t>
              </a:r>
              <a:r>
                <a:rPr lang="en-US" sz="2419" u="non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u</a:t>
              </a:r>
              <a:r>
                <a:rPr lang="en-US" sz="2419" u="non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e apresentem a evo</a:t>
              </a:r>
              <a:r>
                <a:rPr lang="en-US" sz="2419" u="non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l</a:t>
              </a:r>
              <a:r>
                <a:rPr lang="en-US" sz="2419" u="non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ução fin</a:t>
              </a:r>
              <a:r>
                <a:rPr lang="en-US" sz="2419" u="non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a</a:t>
              </a:r>
              <a:r>
                <a:rPr lang="en-US" sz="2419" u="non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ncei</a:t>
              </a:r>
              <a:r>
                <a:rPr lang="en-US" sz="2419" u="non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r</a:t>
              </a:r>
              <a:r>
                <a:rPr lang="en-US" sz="2419" u="non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a ao longo do te</a:t>
              </a:r>
              <a:r>
                <a:rPr lang="en-US" sz="2419" u="non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m</a:t>
              </a:r>
              <a:r>
                <a:rPr lang="en-US" sz="2419" u="non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po;</a:t>
              </a:r>
            </a:p>
            <a:p>
              <a:pPr algn="l" marL="0" indent="0" lvl="0">
                <a:lnSpc>
                  <a:spcPts val="3387"/>
                </a:lnSpc>
              </a:pPr>
            </a:p>
            <a:p>
              <a:pPr algn="l" marL="0" indent="0" lvl="0">
                <a:lnSpc>
                  <a:spcPts val="3387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7D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0866" y="7321502"/>
            <a:ext cx="3119037" cy="3119037"/>
          </a:xfrm>
          <a:custGeom>
            <a:avLst/>
            <a:gdLst/>
            <a:ahLst/>
            <a:cxnLst/>
            <a:rect r="r" b="b" t="t" l="l"/>
            <a:pathLst>
              <a:path h="3119037" w="3119037">
                <a:moveTo>
                  <a:pt x="0" y="0"/>
                </a:moveTo>
                <a:lnTo>
                  <a:pt x="3119037" y="0"/>
                </a:lnTo>
                <a:lnTo>
                  <a:pt x="3119037" y="3119037"/>
                </a:lnTo>
                <a:lnTo>
                  <a:pt x="0" y="3119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10396" y="7809396"/>
            <a:ext cx="2477604" cy="2477604"/>
          </a:xfrm>
          <a:custGeom>
            <a:avLst/>
            <a:gdLst/>
            <a:ahLst/>
            <a:cxnLst/>
            <a:rect r="r" b="b" t="t" l="l"/>
            <a:pathLst>
              <a:path h="2477604" w="2477604">
                <a:moveTo>
                  <a:pt x="0" y="0"/>
                </a:moveTo>
                <a:lnTo>
                  <a:pt x="2477604" y="0"/>
                </a:lnTo>
                <a:lnTo>
                  <a:pt x="2477604" y="2477604"/>
                </a:lnTo>
                <a:lnTo>
                  <a:pt x="0" y="247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-18598"/>
            <a:ext cx="7380265" cy="10324197"/>
            <a:chOff x="0" y="0"/>
            <a:chExt cx="4784426" cy="66928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68580" y="0"/>
              <a:ext cx="4852049" cy="6692898"/>
            </a:xfrm>
            <a:custGeom>
              <a:avLst/>
              <a:gdLst/>
              <a:ahLst/>
              <a:cxnLst/>
              <a:rect r="r" b="b" t="t" l="l"/>
              <a:pathLst>
                <a:path h="6692898" w="4852049">
                  <a:moveTo>
                    <a:pt x="932647" y="455778"/>
                  </a:moveTo>
                  <a:lnTo>
                    <a:pt x="150872" y="2481620"/>
                  </a:lnTo>
                  <a:cubicBezTo>
                    <a:pt x="0" y="2828127"/>
                    <a:pt x="43180" y="3265214"/>
                    <a:pt x="230294" y="3559960"/>
                  </a:cubicBezTo>
                  <a:lnTo>
                    <a:pt x="1971825" y="6398151"/>
                  </a:lnTo>
                  <a:cubicBezTo>
                    <a:pt x="2086651" y="6586501"/>
                    <a:pt x="2249322" y="6692898"/>
                    <a:pt x="2418690" y="6692898"/>
                  </a:cubicBezTo>
                  <a:lnTo>
                    <a:pt x="4243470" y="6692898"/>
                  </a:lnTo>
                  <a:cubicBezTo>
                    <a:pt x="4579337" y="6692898"/>
                    <a:pt x="4852049" y="6283129"/>
                    <a:pt x="4852049" y="5778465"/>
                  </a:cubicBezTo>
                  <a:lnTo>
                    <a:pt x="4852049" y="2140865"/>
                  </a:lnTo>
                  <a:cubicBezTo>
                    <a:pt x="4852049" y="1952515"/>
                    <a:pt x="4813774" y="1768478"/>
                    <a:pt x="4741051" y="1614635"/>
                  </a:cubicBezTo>
                  <a:lnTo>
                    <a:pt x="4166919" y="388202"/>
                  </a:lnTo>
                  <a:cubicBezTo>
                    <a:pt x="4053050" y="145216"/>
                    <a:pt x="3867414" y="0"/>
                    <a:pt x="3669339" y="0"/>
                  </a:cubicBezTo>
                  <a:lnTo>
                    <a:pt x="1458934" y="0"/>
                  </a:lnTo>
                  <a:cubicBezTo>
                    <a:pt x="1241721" y="0"/>
                    <a:pt x="1040775" y="173972"/>
                    <a:pt x="932647" y="455778"/>
                  </a:cubicBezTo>
                  <a:close/>
                </a:path>
              </a:pathLst>
            </a:custGeom>
            <a:blipFill>
              <a:blip r:embed="rId6"/>
              <a:stretch>
                <a:fillRect l="-19829" t="0" r="-19829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-5400000">
            <a:off x="10426019" y="-340009"/>
            <a:ext cx="5548273" cy="10175689"/>
            <a:chOff x="0" y="0"/>
            <a:chExt cx="1624748" cy="29798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24748" cy="2979834"/>
            </a:xfrm>
            <a:custGeom>
              <a:avLst/>
              <a:gdLst/>
              <a:ahLst/>
              <a:cxnLst/>
              <a:rect r="r" b="b" t="t" l="l"/>
              <a:pathLst>
                <a:path h="2979834" w="1624748">
                  <a:moveTo>
                    <a:pt x="541875" y="19070"/>
                  </a:moveTo>
                  <a:cubicBezTo>
                    <a:pt x="624903" y="7556"/>
                    <a:pt x="719870" y="0"/>
                    <a:pt x="812812" y="0"/>
                  </a:cubicBezTo>
                  <a:cubicBezTo>
                    <a:pt x="905757" y="0"/>
                    <a:pt x="995193" y="6476"/>
                    <a:pt x="1077611" y="17990"/>
                  </a:cubicBezTo>
                  <a:cubicBezTo>
                    <a:pt x="1079367" y="18350"/>
                    <a:pt x="1081120" y="18350"/>
                    <a:pt x="1082873" y="18710"/>
                  </a:cubicBezTo>
                  <a:cubicBezTo>
                    <a:pt x="1392390" y="64765"/>
                    <a:pt x="1620364" y="186379"/>
                    <a:pt x="1624748" y="376638"/>
                  </a:cubicBezTo>
                  <a:lnTo>
                    <a:pt x="1624748" y="2979834"/>
                  </a:lnTo>
                  <a:lnTo>
                    <a:pt x="0" y="2979834"/>
                  </a:lnTo>
                  <a:lnTo>
                    <a:pt x="0" y="378570"/>
                  </a:lnTo>
                  <a:cubicBezTo>
                    <a:pt x="4384" y="185660"/>
                    <a:pt x="228850" y="64045"/>
                    <a:pt x="541875" y="19070"/>
                  </a:cubicBezTo>
                  <a:close/>
                </a:path>
              </a:pathLst>
            </a:custGeom>
            <a:solidFill>
              <a:srgbClr val="6BC5D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07950"/>
              <a:ext cx="1624748" cy="2871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119341" y="4307512"/>
            <a:ext cx="8168659" cy="102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1"/>
              </a:lnSpc>
              <a:spcBef>
                <a:spcPct val="0"/>
              </a:spcBef>
            </a:pPr>
            <a:r>
              <a:rPr lang="en-US" b="true" sz="7671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PÚBLICO ALVO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7D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6831" y="-37197"/>
            <a:ext cx="18921662" cy="4232445"/>
            <a:chOff x="0" y="0"/>
            <a:chExt cx="4983483" cy="11147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3483" cy="1114718"/>
            </a:xfrm>
            <a:custGeom>
              <a:avLst/>
              <a:gdLst/>
              <a:ahLst/>
              <a:cxnLst/>
              <a:rect r="r" b="b" t="t" l="l"/>
              <a:pathLst>
                <a:path h="1114718" w="4983483">
                  <a:moveTo>
                    <a:pt x="0" y="0"/>
                  </a:moveTo>
                  <a:lnTo>
                    <a:pt x="4983483" y="0"/>
                  </a:lnTo>
                  <a:lnTo>
                    <a:pt x="4983483" y="1114718"/>
                  </a:lnTo>
                  <a:lnTo>
                    <a:pt x="0" y="1114718"/>
                  </a:lnTo>
                  <a:close/>
                </a:path>
              </a:pathLst>
            </a:custGeom>
            <a:solidFill>
              <a:srgbClr val="6BC5D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83483" cy="1162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046636" y="2635730"/>
            <a:ext cx="3119037" cy="3119037"/>
          </a:xfrm>
          <a:custGeom>
            <a:avLst/>
            <a:gdLst/>
            <a:ahLst/>
            <a:cxnLst/>
            <a:rect r="r" b="b" t="t" l="l"/>
            <a:pathLst>
              <a:path h="3119037" w="3119037">
                <a:moveTo>
                  <a:pt x="0" y="0"/>
                </a:moveTo>
                <a:lnTo>
                  <a:pt x="3119037" y="0"/>
                </a:lnTo>
                <a:lnTo>
                  <a:pt x="3119037" y="3119037"/>
                </a:lnTo>
                <a:lnTo>
                  <a:pt x="0" y="3119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12147" y="888405"/>
            <a:ext cx="11190538" cy="2324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9"/>
              </a:lnSpc>
              <a:spcBef>
                <a:spcPct val="0"/>
              </a:spcBef>
            </a:pPr>
            <a:r>
              <a:rPr lang="en-US" b="true" sz="8999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APLICAÇÕES EXISTENTES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197357" y="734897"/>
            <a:ext cx="2477604" cy="2477604"/>
          </a:xfrm>
          <a:custGeom>
            <a:avLst/>
            <a:gdLst/>
            <a:ahLst/>
            <a:cxnLst/>
            <a:rect r="r" b="b" t="t" l="l"/>
            <a:pathLst>
              <a:path h="2477604" w="2477604">
                <a:moveTo>
                  <a:pt x="0" y="0"/>
                </a:moveTo>
                <a:lnTo>
                  <a:pt x="2477605" y="0"/>
                </a:lnTo>
                <a:lnTo>
                  <a:pt x="2477605" y="2477604"/>
                </a:lnTo>
                <a:lnTo>
                  <a:pt x="0" y="247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606154" y="6234971"/>
            <a:ext cx="2335952" cy="2335952"/>
          </a:xfrm>
          <a:custGeom>
            <a:avLst/>
            <a:gdLst/>
            <a:ahLst/>
            <a:cxnLst/>
            <a:rect r="r" b="b" t="t" l="l"/>
            <a:pathLst>
              <a:path h="2335952" w="2335952">
                <a:moveTo>
                  <a:pt x="0" y="0"/>
                </a:moveTo>
                <a:lnTo>
                  <a:pt x="2335952" y="0"/>
                </a:lnTo>
                <a:lnTo>
                  <a:pt x="2335952" y="2335952"/>
                </a:lnTo>
                <a:lnTo>
                  <a:pt x="0" y="23359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919270" y="6639242"/>
            <a:ext cx="1735358" cy="1735358"/>
          </a:xfrm>
          <a:custGeom>
            <a:avLst/>
            <a:gdLst/>
            <a:ahLst/>
            <a:cxnLst/>
            <a:rect r="r" b="b" t="t" l="l"/>
            <a:pathLst>
              <a:path h="1735358" w="1735358">
                <a:moveTo>
                  <a:pt x="0" y="0"/>
                </a:moveTo>
                <a:lnTo>
                  <a:pt x="1735357" y="0"/>
                </a:lnTo>
                <a:lnTo>
                  <a:pt x="1735357" y="1735358"/>
                </a:lnTo>
                <a:lnTo>
                  <a:pt x="0" y="17353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967742" y="6431294"/>
            <a:ext cx="3886611" cy="1943306"/>
          </a:xfrm>
          <a:custGeom>
            <a:avLst/>
            <a:gdLst/>
            <a:ahLst/>
            <a:cxnLst/>
            <a:rect r="r" b="b" t="t" l="l"/>
            <a:pathLst>
              <a:path h="1943306" w="3886611">
                <a:moveTo>
                  <a:pt x="0" y="0"/>
                </a:moveTo>
                <a:lnTo>
                  <a:pt x="3886612" y="0"/>
                </a:lnTo>
                <a:lnTo>
                  <a:pt x="3886612" y="1943306"/>
                </a:lnTo>
                <a:lnTo>
                  <a:pt x="0" y="19433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635702" y="6897552"/>
            <a:ext cx="2532082" cy="1477048"/>
          </a:xfrm>
          <a:custGeom>
            <a:avLst/>
            <a:gdLst/>
            <a:ahLst/>
            <a:cxnLst/>
            <a:rect r="r" b="b" t="t" l="l"/>
            <a:pathLst>
              <a:path h="1477048" w="2532082">
                <a:moveTo>
                  <a:pt x="0" y="0"/>
                </a:moveTo>
                <a:lnTo>
                  <a:pt x="2532082" y="0"/>
                </a:lnTo>
                <a:lnTo>
                  <a:pt x="2532082" y="1477048"/>
                </a:lnTo>
                <a:lnTo>
                  <a:pt x="0" y="14770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446905" y="8935086"/>
            <a:ext cx="2347540" cy="32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You need a budget (YNAB)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046399" y="8935084"/>
            <a:ext cx="139675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MoneyManager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12147" y="8935084"/>
            <a:ext cx="159141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SpendeeSpendee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30334" y="8935084"/>
            <a:ext cx="121027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SimpleMoney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0" y="-18598"/>
            <a:ext cx="6577579" cy="10324197"/>
            <a:chOff x="0" y="0"/>
            <a:chExt cx="4264067" cy="66928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-68580" y="0"/>
              <a:ext cx="4331794" cy="6692898"/>
            </a:xfrm>
            <a:custGeom>
              <a:avLst/>
              <a:gdLst/>
              <a:ahLst/>
              <a:cxnLst/>
              <a:rect r="r" b="b" t="t" l="l"/>
              <a:pathLst>
                <a:path h="6692898" w="4331794">
                  <a:moveTo>
                    <a:pt x="838670" y="455778"/>
                  </a:moveTo>
                  <a:lnTo>
                    <a:pt x="141922" y="2481620"/>
                  </a:lnTo>
                  <a:cubicBezTo>
                    <a:pt x="0" y="2828127"/>
                    <a:pt x="43180" y="3265214"/>
                    <a:pt x="212705" y="3559960"/>
                  </a:cubicBezTo>
                  <a:lnTo>
                    <a:pt x="1764826" y="6398151"/>
                  </a:lnTo>
                  <a:cubicBezTo>
                    <a:pt x="1867163" y="6586501"/>
                    <a:pt x="2012142" y="6692898"/>
                    <a:pt x="2163090" y="6692898"/>
                  </a:cubicBezTo>
                  <a:lnTo>
                    <a:pt x="3789404" y="6692898"/>
                  </a:lnTo>
                  <a:cubicBezTo>
                    <a:pt x="4088742" y="6692898"/>
                    <a:pt x="4331794" y="6283129"/>
                    <a:pt x="4331794" y="5778465"/>
                  </a:cubicBezTo>
                  <a:lnTo>
                    <a:pt x="4331794" y="2140865"/>
                  </a:lnTo>
                  <a:cubicBezTo>
                    <a:pt x="4331794" y="1952515"/>
                    <a:pt x="4297681" y="1768478"/>
                    <a:pt x="4232867" y="1614635"/>
                  </a:cubicBezTo>
                  <a:lnTo>
                    <a:pt x="3721180" y="388202"/>
                  </a:lnTo>
                  <a:cubicBezTo>
                    <a:pt x="3619695" y="145216"/>
                    <a:pt x="3454249" y="0"/>
                    <a:pt x="3277716" y="0"/>
                  </a:cubicBezTo>
                  <a:lnTo>
                    <a:pt x="1307718" y="0"/>
                  </a:lnTo>
                  <a:cubicBezTo>
                    <a:pt x="1114129" y="0"/>
                    <a:pt x="935038" y="173972"/>
                    <a:pt x="838670" y="455778"/>
                  </a:cubicBezTo>
                  <a:close/>
                </a:path>
              </a:pathLst>
            </a:custGeom>
            <a:blipFill>
              <a:blip r:embed="rId10"/>
              <a:stretch>
                <a:fillRect l="-75912" t="-2607" r="-65192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7D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4602505" y="-630714"/>
            <a:ext cx="4216268" cy="4216268"/>
          </a:xfrm>
          <a:custGeom>
            <a:avLst/>
            <a:gdLst/>
            <a:ahLst/>
            <a:cxnLst/>
            <a:rect r="r" b="b" t="t" l="l"/>
            <a:pathLst>
              <a:path h="4216268" w="4216268">
                <a:moveTo>
                  <a:pt x="4216268" y="0"/>
                </a:moveTo>
                <a:lnTo>
                  <a:pt x="0" y="0"/>
                </a:lnTo>
                <a:lnTo>
                  <a:pt x="0" y="4216268"/>
                </a:lnTo>
                <a:lnTo>
                  <a:pt x="4216268" y="4216268"/>
                </a:lnTo>
                <a:lnTo>
                  <a:pt x="421626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089614" y="621508"/>
            <a:ext cx="9795257" cy="9119384"/>
            <a:chOff x="0" y="0"/>
            <a:chExt cx="6350000" cy="59118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68580" y="0"/>
              <a:ext cx="6417310" cy="5911850"/>
            </a:xfrm>
            <a:custGeom>
              <a:avLst/>
              <a:gdLst/>
              <a:ahLst/>
              <a:cxnLst/>
              <a:rect r="r" b="b" t="t" l="l"/>
              <a:pathLst>
                <a:path h="5911850" w="6417310">
                  <a:moveTo>
                    <a:pt x="1215390" y="402590"/>
                  </a:moveTo>
                  <a:lnTo>
                    <a:pt x="177800" y="2192020"/>
                  </a:lnTo>
                  <a:cubicBezTo>
                    <a:pt x="0" y="2498090"/>
                    <a:pt x="43180" y="2884170"/>
                    <a:pt x="283210" y="3144520"/>
                  </a:cubicBezTo>
                  <a:lnTo>
                    <a:pt x="2594610" y="5651500"/>
                  </a:lnTo>
                  <a:cubicBezTo>
                    <a:pt x="2747010" y="5817870"/>
                    <a:pt x="2962910" y="5911850"/>
                    <a:pt x="3187700" y="5911850"/>
                  </a:cubicBezTo>
                  <a:lnTo>
                    <a:pt x="5609590" y="5911850"/>
                  </a:lnTo>
                  <a:cubicBezTo>
                    <a:pt x="6055360" y="5911850"/>
                    <a:pt x="6417310" y="5549900"/>
                    <a:pt x="6417310" y="5104130"/>
                  </a:cubicBezTo>
                  <a:lnTo>
                    <a:pt x="6417310" y="1891030"/>
                  </a:lnTo>
                  <a:cubicBezTo>
                    <a:pt x="6417310" y="1724660"/>
                    <a:pt x="6366510" y="1562100"/>
                    <a:pt x="6269990" y="1426210"/>
                  </a:cubicBezTo>
                  <a:lnTo>
                    <a:pt x="5507990" y="342900"/>
                  </a:lnTo>
                  <a:cubicBezTo>
                    <a:pt x="5356860" y="128270"/>
                    <a:pt x="5110480" y="0"/>
                    <a:pt x="4847590" y="0"/>
                  </a:cubicBezTo>
                  <a:lnTo>
                    <a:pt x="1913890" y="0"/>
                  </a:lnTo>
                  <a:cubicBezTo>
                    <a:pt x="1625600" y="0"/>
                    <a:pt x="1358900" y="153670"/>
                    <a:pt x="1215390" y="402590"/>
                  </a:cubicBezTo>
                  <a:close/>
                </a:path>
              </a:pathLst>
            </a:custGeom>
            <a:blipFill>
              <a:blip r:embed="rId4"/>
              <a:stretch>
                <a:fillRect l="0" t="-3692" r="0" b="-369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5400000">
            <a:off x="12589313" y="-3360813"/>
            <a:ext cx="2211047" cy="10175689"/>
            <a:chOff x="0" y="0"/>
            <a:chExt cx="647480" cy="29798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7480" cy="2979834"/>
            </a:xfrm>
            <a:custGeom>
              <a:avLst/>
              <a:gdLst/>
              <a:ahLst/>
              <a:cxnLst/>
              <a:rect r="r" b="b" t="t" l="l"/>
              <a:pathLst>
                <a:path h="2979834" w="647480">
                  <a:moveTo>
                    <a:pt x="215943" y="19070"/>
                  </a:moveTo>
                  <a:cubicBezTo>
                    <a:pt x="249031" y="7556"/>
                    <a:pt x="286876" y="0"/>
                    <a:pt x="323914" y="0"/>
                  </a:cubicBezTo>
                  <a:cubicBezTo>
                    <a:pt x="360954" y="0"/>
                    <a:pt x="396595" y="6476"/>
                    <a:pt x="429440" y="17990"/>
                  </a:cubicBezTo>
                  <a:cubicBezTo>
                    <a:pt x="430139" y="18350"/>
                    <a:pt x="430838" y="18350"/>
                    <a:pt x="431536" y="18710"/>
                  </a:cubicBezTo>
                  <a:cubicBezTo>
                    <a:pt x="554883" y="64765"/>
                    <a:pt x="645733" y="186379"/>
                    <a:pt x="647480" y="376638"/>
                  </a:cubicBezTo>
                  <a:lnTo>
                    <a:pt x="647480" y="2979834"/>
                  </a:lnTo>
                  <a:lnTo>
                    <a:pt x="0" y="2979834"/>
                  </a:lnTo>
                  <a:lnTo>
                    <a:pt x="0" y="378570"/>
                  </a:lnTo>
                  <a:cubicBezTo>
                    <a:pt x="1747" y="185660"/>
                    <a:pt x="91199" y="64045"/>
                    <a:pt x="215943" y="19070"/>
                  </a:cubicBezTo>
                  <a:close/>
                </a:path>
              </a:pathLst>
            </a:custGeom>
            <a:solidFill>
              <a:srgbClr val="6BC5D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07950"/>
              <a:ext cx="647480" cy="2871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645681" y="5820268"/>
            <a:ext cx="5761987" cy="5761987"/>
          </a:xfrm>
          <a:custGeom>
            <a:avLst/>
            <a:gdLst/>
            <a:ahLst/>
            <a:cxnLst/>
            <a:rect r="r" b="b" t="t" l="l"/>
            <a:pathLst>
              <a:path h="5761987" w="5761987">
                <a:moveTo>
                  <a:pt x="0" y="0"/>
                </a:moveTo>
                <a:lnTo>
                  <a:pt x="5761987" y="0"/>
                </a:lnTo>
                <a:lnTo>
                  <a:pt x="5761987" y="5761987"/>
                </a:lnTo>
                <a:lnTo>
                  <a:pt x="0" y="57619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526149" y="800933"/>
            <a:ext cx="8168659" cy="1995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1"/>
              </a:lnSpc>
              <a:spcBef>
                <a:spcPct val="0"/>
              </a:spcBef>
            </a:pPr>
            <a:r>
              <a:rPr lang="en-US" b="true" sz="7671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REQUISITOS FUNCIONAIS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2879725"/>
            <a:ext cx="8325820" cy="740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GERIR: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DESPESAS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LUCROS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ORÇAMENTOS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POUPANÇAS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UTILIZADOR</a:t>
            </a: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CADASTRO DE UTILIZADORES</a:t>
            </a: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INÍCIO DE SESSÃO</a:t>
            </a:r>
          </a:p>
          <a:p>
            <a:pPr algn="l">
              <a:lnSpc>
                <a:spcPts val="4900"/>
              </a:lnSpc>
            </a:pPr>
          </a:p>
          <a:p>
            <a:pPr algn="l" marL="0" indent="0" lvl="0">
              <a:lnSpc>
                <a:spcPts val="4900"/>
              </a:lnSpc>
            </a:pPr>
            <a:r>
              <a:rPr lang="en-US" b="true" sz="3500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ANÁLISE GRÁFICA DE DESPESAS E RECEITAS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7D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4602505" y="-630714"/>
            <a:ext cx="4216268" cy="4216268"/>
          </a:xfrm>
          <a:custGeom>
            <a:avLst/>
            <a:gdLst/>
            <a:ahLst/>
            <a:cxnLst/>
            <a:rect r="r" b="b" t="t" l="l"/>
            <a:pathLst>
              <a:path h="4216268" w="4216268">
                <a:moveTo>
                  <a:pt x="4216268" y="0"/>
                </a:moveTo>
                <a:lnTo>
                  <a:pt x="0" y="0"/>
                </a:lnTo>
                <a:lnTo>
                  <a:pt x="0" y="4216268"/>
                </a:lnTo>
                <a:lnTo>
                  <a:pt x="4216268" y="4216268"/>
                </a:lnTo>
                <a:lnTo>
                  <a:pt x="421626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089614" y="621508"/>
            <a:ext cx="9795257" cy="9119384"/>
            <a:chOff x="0" y="0"/>
            <a:chExt cx="6350000" cy="59118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68580" y="0"/>
              <a:ext cx="6417310" cy="5911850"/>
            </a:xfrm>
            <a:custGeom>
              <a:avLst/>
              <a:gdLst/>
              <a:ahLst/>
              <a:cxnLst/>
              <a:rect r="r" b="b" t="t" l="l"/>
              <a:pathLst>
                <a:path h="5911850" w="6417310">
                  <a:moveTo>
                    <a:pt x="1215390" y="402590"/>
                  </a:moveTo>
                  <a:lnTo>
                    <a:pt x="177800" y="2192020"/>
                  </a:lnTo>
                  <a:cubicBezTo>
                    <a:pt x="0" y="2498090"/>
                    <a:pt x="43180" y="2884170"/>
                    <a:pt x="283210" y="3144520"/>
                  </a:cubicBezTo>
                  <a:lnTo>
                    <a:pt x="2594610" y="5651500"/>
                  </a:lnTo>
                  <a:cubicBezTo>
                    <a:pt x="2747010" y="5817870"/>
                    <a:pt x="2962910" y="5911850"/>
                    <a:pt x="3187700" y="5911850"/>
                  </a:cubicBezTo>
                  <a:lnTo>
                    <a:pt x="5609590" y="5911850"/>
                  </a:lnTo>
                  <a:cubicBezTo>
                    <a:pt x="6055360" y="5911850"/>
                    <a:pt x="6417310" y="5549900"/>
                    <a:pt x="6417310" y="5104130"/>
                  </a:cubicBezTo>
                  <a:lnTo>
                    <a:pt x="6417310" y="1891030"/>
                  </a:lnTo>
                  <a:cubicBezTo>
                    <a:pt x="6417310" y="1724660"/>
                    <a:pt x="6366510" y="1562100"/>
                    <a:pt x="6269990" y="1426210"/>
                  </a:cubicBezTo>
                  <a:lnTo>
                    <a:pt x="5507990" y="342900"/>
                  </a:lnTo>
                  <a:cubicBezTo>
                    <a:pt x="5356860" y="128270"/>
                    <a:pt x="5110480" y="0"/>
                    <a:pt x="4847590" y="0"/>
                  </a:cubicBezTo>
                  <a:lnTo>
                    <a:pt x="1913890" y="0"/>
                  </a:lnTo>
                  <a:cubicBezTo>
                    <a:pt x="1625600" y="0"/>
                    <a:pt x="1358900" y="153670"/>
                    <a:pt x="1215390" y="402590"/>
                  </a:cubicBezTo>
                  <a:close/>
                </a:path>
              </a:pathLst>
            </a:custGeom>
            <a:blipFill>
              <a:blip r:embed="rId4"/>
              <a:stretch>
                <a:fillRect l="0" t="-3692" r="0" b="-369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5400000">
            <a:off x="12589313" y="-3360813"/>
            <a:ext cx="2211047" cy="10175689"/>
            <a:chOff x="0" y="0"/>
            <a:chExt cx="647480" cy="29798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7480" cy="2979834"/>
            </a:xfrm>
            <a:custGeom>
              <a:avLst/>
              <a:gdLst/>
              <a:ahLst/>
              <a:cxnLst/>
              <a:rect r="r" b="b" t="t" l="l"/>
              <a:pathLst>
                <a:path h="2979834" w="647480">
                  <a:moveTo>
                    <a:pt x="215943" y="19070"/>
                  </a:moveTo>
                  <a:cubicBezTo>
                    <a:pt x="249031" y="7556"/>
                    <a:pt x="286876" y="0"/>
                    <a:pt x="323914" y="0"/>
                  </a:cubicBezTo>
                  <a:cubicBezTo>
                    <a:pt x="360954" y="0"/>
                    <a:pt x="396595" y="6476"/>
                    <a:pt x="429440" y="17990"/>
                  </a:cubicBezTo>
                  <a:cubicBezTo>
                    <a:pt x="430139" y="18350"/>
                    <a:pt x="430838" y="18350"/>
                    <a:pt x="431536" y="18710"/>
                  </a:cubicBezTo>
                  <a:cubicBezTo>
                    <a:pt x="554883" y="64765"/>
                    <a:pt x="645733" y="186379"/>
                    <a:pt x="647480" y="376638"/>
                  </a:cubicBezTo>
                  <a:lnTo>
                    <a:pt x="647480" y="2979834"/>
                  </a:lnTo>
                  <a:lnTo>
                    <a:pt x="0" y="2979834"/>
                  </a:lnTo>
                  <a:lnTo>
                    <a:pt x="0" y="378570"/>
                  </a:lnTo>
                  <a:cubicBezTo>
                    <a:pt x="1747" y="185660"/>
                    <a:pt x="91199" y="64045"/>
                    <a:pt x="215943" y="19070"/>
                  </a:cubicBezTo>
                  <a:close/>
                </a:path>
              </a:pathLst>
            </a:custGeom>
            <a:solidFill>
              <a:srgbClr val="6BC5D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07950"/>
              <a:ext cx="647480" cy="2871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645681" y="5820268"/>
            <a:ext cx="5761987" cy="5761987"/>
          </a:xfrm>
          <a:custGeom>
            <a:avLst/>
            <a:gdLst/>
            <a:ahLst/>
            <a:cxnLst/>
            <a:rect r="r" b="b" t="t" l="l"/>
            <a:pathLst>
              <a:path h="5761987" w="5761987">
                <a:moveTo>
                  <a:pt x="0" y="0"/>
                </a:moveTo>
                <a:lnTo>
                  <a:pt x="5761987" y="0"/>
                </a:lnTo>
                <a:lnTo>
                  <a:pt x="5761987" y="5761987"/>
                </a:lnTo>
                <a:lnTo>
                  <a:pt x="0" y="57619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526149" y="800933"/>
            <a:ext cx="8168659" cy="1995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1"/>
              </a:lnSpc>
              <a:spcBef>
                <a:spcPct val="0"/>
              </a:spcBef>
            </a:pPr>
            <a:r>
              <a:rPr lang="en-US" b="true" sz="7671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REQUISITOS NÃO FUNCIONAIS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3577239"/>
            <a:ext cx="8325820" cy="554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CONTAS COMPARTILHADAS</a:t>
            </a:r>
          </a:p>
          <a:p>
            <a:pPr algn="l">
              <a:lnSpc>
                <a:spcPts val="4900"/>
              </a:lnSpc>
            </a:pP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CHAT DE INVESTIMENTOS</a:t>
            </a:r>
          </a:p>
          <a:p>
            <a:pPr algn="l">
              <a:lnSpc>
                <a:spcPts val="4900"/>
              </a:lnSpc>
            </a:pP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ASSOCIAR À CONTA BANCÁRIA</a:t>
            </a:r>
          </a:p>
          <a:p>
            <a:pPr algn="l">
              <a:lnSpc>
                <a:spcPts val="4900"/>
              </a:lnSpc>
            </a:pP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EXPORTAR DADOS: CSV,EXCEL,GOOGLE SHEETS</a:t>
            </a:r>
          </a:p>
          <a:p>
            <a:pPr algn="l" marL="0" indent="0" lvl="0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7D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027277"/>
            <a:ext cx="18921662" cy="4232445"/>
            <a:chOff x="0" y="0"/>
            <a:chExt cx="4983483" cy="11147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3483" cy="1114718"/>
            </a:xfrm>
            <a:custGeom>
              <a:avLst/>
              <a:gdLst/>
              <a:ahLst/>
              <a:cxnLst/>
              <a:rect r="r" b="b" t="t" l="l"/>
              <a:pathLst>
                <a:path h="1114718" w="4983483">
                  <a:moveTo>
                    <a:pt x="0" y="0"/>
                  </a:moveTo>
                  <a:lnTo>
                    <a:pt x="4983483" y="0"/>
                  </a:lnTo>
                  <a:lnTo>
                    <a:pt x="4983483" y="1114718"/>
                  </a:lnTo>
                  <a:lnTo>
                    <a:pt x="0" y="1114718"/>
                  </a:lnTo>
                  <a:close/>
                </a:path>
              </a:pathLst>
            </a:custGeom>
            <a:solidFill>
              <a:srgbClr val="6BC5D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83483" cy="1162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89526" y="-631205"/>
            <a:ext cx="6629326" cy="11984632"/>
            <a:chOff x="0" y="0"/>
            <a:chExt cx="721900" cy="13050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21900" cy="1305066"/>
            </a:xfrm>
            <a:custGeom>
              <a:avLst/>
              <a:gdLst/>
              <a:ahLst/>
              <a:cxnLst/>
              <a:rect r="r" b="b" t="t" l="l"/>
              <a:pathLst>
                <a:path h="1305066" w="721900">
                  <a:moveTo>
                    <a:pt x="73573" y="0"/>
                  </a:moveTo>
                  <a:lnTo>
                    <a:pt x="648327" y="0"/>
                  </a:lnTo>
                  <a:cubicBezTo>
                    <a:pt x="667840" y="0"/>
                    <a:pt x="686554" y="7751"/>
                    <a:pt x="700351" y="21549"/>
                  </a:cubicBezTo>
                  <a:cubicBezTo>
                    <a:pt x="714149" y="35347"/>
                    <a:pt x="721900" y="54060"/>
                    <a:pt x="721900" y="73573"/>
                  </a:cubicBezTo>
                  <a:lnTo>
                    <a:pt x="721900" y="1231493"/>
                  </a:lnTo>
                  <a:cubicBezTo>
                    <a:pt x="721900" y="1251006"/>
                    <a:pt x="714149" y="1269719"/>
                    <a:pt x="700351" y="1283517"/>
                  </a:cubicBezTo>
                  <a:cubicBezTo>
                    <a:pt x="686554" y="1297315"/>
                    <a:pt x="667840" y="1305066"/>
                    <a:pt x="648327" y="1305066"/>
                  </a:cubicBezTo>
                  <a:lnTo>
                    <a:pt x="73573" y="1305066"/>
                  </a:lnTo>
                  <a:cubicBezTo>
                    <a:pt x="54060" y="1305066"/>
                    <a:pt x="35347" y="1297315"/>
                    <a:pt x="21549" y="1283517"/>
                  </a:cubicBezTo>
                  <a:cubicBezTo>
                    <a:pt x="7751" y="1269719"/>
                    <a:pt x="0" y="1251006"/>
                    <a:pt x="0" y="1231493"/>
                  </a:cubicBezTo>
                  <a:lnTo>
                    <a:pt x="0" y="73573"/>
                  </a:lnTo>
                  <a:cubicBezTo>
                    <a:pt x="0" y="54060"/>
                    <a:pt x="7751" y="35347"/>
                    <a:pt x="21549" y="21549"/>
                  </a:cubicBezTo>
                  <a:cubicBezTo>
                    <a:pt x="35347" y="7751"/>
                    <a:pt x="54060" y="0"/>
                    <a:pt x="73573" y="0"/>
                  </a:cubicBezTo>
                  <a:close/>
                </a:path>
              </a:pathLst>
            </a:custGeom>
            <a:blipFill>
              <a:blip r:embed="rId2"/>
              <a:stretch>
                <a:fillRect l="-104100" t="-7219" r="-87484" b="-24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4480282" y="2461112"/>
            <a:ext cx="3119037" cy="3119037"/>
          </a:xfrm>
          <a:custGeom>
            <a:avLst/>
            <a:gdLst/>
            <a:ahLst/>
            <a:cxnLst/>
            <a:rect r="r" b="b" t="t" l="l"/>
            <a:pathLst>
              <a:path h="3119037" w="3119037">
                <a:moveTo>
                  <a:pt x="0" y="0"/>
                </a:moveTo>
                <a:lnTo>
                  <a:pt x="3119037" y="0"/>
                </a:lnTo>
                <a:lnTo>
                  <a:pt x="3119037" y="3119037"/>
                </a:lnTo>
                <a:lnTo>
                  <a:pt x="0" y="31190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097462" y="4633914"/>
            <a:ext cx="11190538" cy="1190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9"/>
              </a:lnSpc>
              <a:spcBef>
                <a:spcPct val="0"/>
              </a:spcBef>
            </a:pPr>
            <a:r>
              <a:rPr lang="en-US" b="true" sz="8999">
                <a:solidFill>
                  <a:srgbClr val="111111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CONCLUSÃO</a:t>
            </a:r>
          </a:p>
        </p:txBody>
      </p:sp>
      <p:sp>
        <p:nvSpPr>
          <p:cNvPr name="Freeform 9" id="9"/>
          <p:cNvSpPr/>
          <p:nvPr/>
        </p:nvSpPr>
        <p:spPr>
          <a:xfrm flipH="true" flipV="true" rot="-5400000">
            <a:off x="-1312774" y="6883599"/>
            <a:ext cx="6806801" cy="6806801"/>
          </a:xfrm>
          <a:custGeom>
            <a:avLst/>
            <a:gdLst/>
            <a:ahLst/>
            <a:cxnLst/>
            <a:rect r="r" b="b" t="t" l="l"/>
            <a:pathLst>
              <a:path h="6806801" w="6806801">
                <a:moveTo>
                  <a:pt x="6806801" y="6806802"/>
                </a:moveTo>
                <a:lnTo>
                  <a:pt x="0" y="6806802"/>
                </a:lnTo>
                <a:lnTo>
                  <a:pt x="0" y="0"/>
                </a:lnTo>
                <a:lnTo>
                  <a:pt x="6806801" y="0"/>
                </a:lnTo>
                <a:lnTo>
                  <a:pt x="6806801" y="680680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197357" y="734897"/>
            <a:ext cx="2477604" cy="2477604"/>
          </a:xfrm>
          <a:custGeom>
            <a:avLst/>
            <a:gdLst/>
            <a:ahLst/>
            <a:cxnLst/>
            <a:rect r="r" b="b" t="t" l="l"/>
            <a:pathLst>
              <a:path h="2477604" w="2477604">
                <a:moveTo>
                  <a:pt x="0" y="0"/>
                </a:moveTo>
                <a:lnTo>
                  <a:pt x="2477605" y="0"/>
                </a:lnTo>
                <a:lnTo>
                  <a:pt x="2477605" y="2477604"/>
                </a:lnTo>
                <a:lnTo>
                  <a:pt x="0" y="24776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7D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364" y="1940344"/>
            <a:ext cx="4451862" cy="8346656"/>
          </a:xfrm>
          <a:custGeom>
            <a:avLst/>
            <a:gdLst/>
            <a:ahLst/>
            <a:cxnLst/>
            <a:rect r="r" b="b" t="t" l="l"/>
            <a:pathLst>
              <a:path h="8346656" w="4451862">
                <a:moveTo>
                  <a:pt x="0" y="0"/>
                </a:moveTo>
                <a:lnTo>
                  <a:pt x="4451862" y="0"/>
                </a:lnTo>
                <a:lnTo>
                  <a:pt x="4451862" y="8346656"/>
                </a:lnTo>
                <a:lnTo>
                  <a:pt x="0" y="83466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26601" y="1994012"/>
            <a:ext cx="4834798" cy="8292988"/>
          </a:xfrm>
          <a:custGeom>
            <a:avLst/>
            <a:gdLst/>
            <a:ahLst/>
            <a:cxnLst/>
            <a:rect r="r" b="b" t="t" l="l"/>
            <a:pathLst>
              <a:path h="8292988" w="4834798">
                <a:moveTo>
                  <a:pt x="0" y="0"/>
                </a:moveTo>
                <a:lnTo>
                  <a:pt x="4834798" y="0"/>
                </a:lnTo>
                <a:lnTo>
                  <a:pt x="4834798" y="8292988"/>
                </a:lnTo>
                <a:lnTo>
                  <a:pt x="0" y="82929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95185" y="1994012"/>
            <a:ext cx="4492815" cy="8292988"/>
          </a:xfrm>
          <a:custGeom>
            <a:avLst/>
            <a:gdLst/>
            <a:ahLst/>
            <a:cxnLst/>
            <a:rect r="r" b="b" t="t" l="l"/>
            <a:pathLst>
              <a:path h="8292988" w="4492815">
                <a:moveTo>
                  <a:pt x="0" y="0"/>
                </a:moveTo>
                <a:lnTo>
                  <a:pt x="4492815" y="0"/>
                </a:lnTo>
                <a:lnTo>
                  <a:pt x="4492815" y="8292988"/>
                </a:lnTo>
                <a:lnTo>
                  <a:pt x="0" y="8292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316831" y="-211815"/>
            <a:ext cx="18921662" cy="2493269"/>
            <a:chOff x="0" y="0"/>
            <a:chExt cx="4983483" cy="6566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83483" cy="656664"/>
            </a:xfrm>
            <a:custGeom>
              <a:avLst/>
              <a:gdLst/>
              <a:ahLst/>
              <a:cxnLst/>
              <a:rect r="r" b="b" t="t" l="l"/>
              <a:pathLst>
                <a:path h="656664" w="4983483">
                  <a:moveTo>
                    <a:pt x="0" y="0"/>
                  </a:moveTo>
                  <a:lnTo>
                    <a:pt x="4983483" y="0"/>
                  </a:lnTo>
                  <a:lnTo>
                    <a:pt x="4983483" y="656664"/>
                  </a:lnTo>
                  <a:lnTo>
                    <a:pt x="0" y="656664"/>
                  </a:lnTo>
                  <a:close/>
                </a:path>
              </a:pathLst>
            </a:custGeom>
            <a:solidFill>
              <a:srgbClr val="6BC5D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83483" cy="704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209587" y="4623933"/>
            <a:ext cx="2517014" cy="2517014"/>
          </a:xfrm>
          <a:custGeom>
            <a:avLst/>
            <a:gdLst/>
            <a:ahLst/>
            <a:cxnLst/>
            <a:rect r="r" b="b" t="t" l="l"/>
            <a:pathLst>
              <a:path h="2517014" w="2517014">
                <a:moveTo>
                  <a:pt x="0" y="0"/>
                </a:moveTo>
                <a:lnTo>
                  <a:pt x="2517014" y="0"/>
                </a:lnTo>
                <a:lnTo>
                  <a:pt x="2517014" y="2517015"/>
                </a:lnTo>
                <a:lnTo>
                  <a:pt x="0" y="25170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548731" y="525234"/>
            <a:ext cx="11190538" cy="1190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99"/>
              </a:lnSpc>
              <a:spcBef>
                <a:spcPct val="0"/>
              </a:spcBef>
            </a:pPr>
            <a:r>
              <a:rPr lang="en-US" b="true" sz="8999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MOCKUPS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197357" y="734897"/>
            <a:ext cx="2477604" cy="2477604"/>
          </a:xfrm>
          <a:custGeom>
            <a:avLst/>
            <a:gdLst/>
            <a:ahLst/>
            <a:cxnLst/>
            <a:rect r="r" b="b" t="t" l="l"/>
            <a:pathLst>
              <a:path h="2477604" w="2477604">
                <a:moveTo>
                  <a:pt x="0" y="0"/>
                </a:moveTo>
                <a:lnTo>
                  <a:pt x="2477605" y="0"/>
                </a:lnTo>
                <a:lnTo>
                  <a:pt x="2477605" y="2477604"/>
                </a:lnTo>
                <a:lnTo>
                  <a:pt x="0" y="24776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561399" y="4623933"/>
            <a:ext cx="2517014" cy="2517014"/>
          </a:xfrm>
          <a:custGeom>
            <a:avLst/>
            <a:gdLst/>
            <a:ahLst/>
            <a:cxnLst/>
            <a:rect r="r" b="b" t="t" l="l"/>
            <a:pathLst>
              <a:path h="2517014" w="2517014">
                <a:moveTo>
                  <a:pt x="0" y="0"/>
                </a:moveTo>
                <a:lnTo>
                  <a:pt x="2517014" y="0"/>
                </a:lnTo>
                <a:lnTo>
                  <a:pt x="2517014" y="2517015"/>
                </a:lnTo>
                <a:lnTo>
                  <a:pt x="0" y="25170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6831" y="5859259"/>
            <a:ext cx="18921662" cy="4427741"/>
            <a:chOff x="0" y="0"/>
            <a:chExt cx="4983483" cy="11661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3483" cy="1166154"/>
            </a:xfrm>
            <a:custGeom>
              <a:avLst/>
              <a:gdLst/>
              <a:ahLst/>
              <a:cxnLst/>
              <a:rect r="r" b="b" t="t" l="l"/>
              <a:pathLst>
                <a:path h="1166154" w="4983483">
                  <a:moveTo>
                    <a:pt x="0" y="0"/>
                  </a:moveTo>
                  <a:lnTo>
                    <a:pt x="4983483" y="0"/>
                  </a:lnTo>
                  <a:lnTo>
                    <a:pt x="4983483" y="1166154"/>
                  </a:lnTo>
                  <a:lnTo>
                    <a:pt x="0" y="1166154"/>
                  </a:lnTo>
                  <a:close/>
                </a:path>
              </a:pathLst>
            </a:custGeom>
            <a:solidFill>
              <a:srgbClr val="017D8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83483" cy="1213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10558" y="7631487"/>
            <a:ext cx="15204540" cy="788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39"/>
              </a:lnSpc>
            </a:pPr>
            <a:r>
              <a:rPr lang="en-US" sz="459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Para os estudantes alcançarem a estabilidade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193163" y="0"/>
            <a:ext cx="5901674" cy="5901674"/>
          </a:xfrm>
          <a:custGeom>
            <a:avLst/>
            <a:gdLst/>
            <a:ahLst/>
            <a:cxnLst/>
            <a:rect r="r" b="b" t="t" l="l"/>
            <a:pathLst>
              <a:path h="5901674" w="5901674">
                <a:moveTo>
                  <a:pt x="0" y="0"/>
                </a:moveTo>
                <a:lnTo>
                  <a:pt x="5901674" y="0"/>
                </a:lnTo>
                <a:lnTo>
                  <a:pt x="5901674" y="5901674"/>
                </a:lnTo>
                <a:lnTo>
                  <a:pt x="0" y="5901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Apresentação - Gestão de Finanças</dc:description>
  <dc:identifier>DAG04gm95GA</dc:identifier>
  <dcterms:modified xsi:type="dcterms:W3CDTF">2011-08-01T06:04:30Z</dcterms:modified>
  <cp:revision>1</cp:revision>
  <dc:title>Apresentação - Gestão de Finanças</dc:title>
</cp:coreProperties>
</file>